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Data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Cloud Analytics &amp; Automation for Australian Retail Businesses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Retail Data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Manual Excel reporting</a:t>
            </a:r>
          </a:p>
          <a:p>
            <a:r>
              <a:t>- No real-time sales visibility</a:t>
            </a:r>
          </a:p>
          <a:p>
            <a:r>
              <a:t>- Poor inventory forecasting</a:t>
            </a:r>
          </a:p>
          <a:p>
            <a:r>
              <a:t>- No customer analytics</a:t>
            </a:r>
          </a:p>
          <a:p>
            <a:r>
              <a:t>- Data scattered across POS &amp; eCommerce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Cloud-based data pipelines</a:t>
            </a:r>
          </a:p>
          <a:p>
            <a:r>
              <a:t>- Automated dashboards</a:t>
            </a:r>
          </a:p>
          <a:p>
            <a:r>
              <a:t>- Inventory forecasting</a:t>
            </a:r>
          </a:p>
          <a:p>
            <a:r>
              <a:t>- Customer insights</a:t>
            </a:r>
          </a:p>
          <a:p>
            <a:r>
              <a:t>- AI-powered retail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POS → Cloud ETL</a:t>
            </a:r>
          </a:p>
          <a:p>
            <a:r>
              <a:t>- Snowflake/AWS Retail Warehouse</a:t>
            </a:r>
          </a:p>
          <a:p>
            <a:r>
              <a:t>- Power BI/Tableau Dashboards</a:t>
            </a:r>
          </a:p>
          <a:p>
            <a:r>
              <a:t>- Forecasting Models</a:t>
            </a:r>
          </a:p>
          <a:p>
            <a:r>
              <a:t>- AI Retail Bots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AWS: S3, Glue, EMR, Lambda, Athena</a:t>
            </a:r>
          </a:p>
          <a:p>
            <a:r>
              <a:t>- Snowflake &amp; Redshift</a:t>
            </a:r>
          </a:p>
          <a:p>
            <a:r>
              <a:t>- Python ETL</a:t>
            </a:r>
          </a:p>
          <a:p>
            <a:r>
              <a:t>- Airflow &amp; dbt</a:t>
            </a:r>
          </a:p>
          <a:p>
            <a:r>
              <a:t>- Power BI / Tableau / QuickSight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 – $399/mo</a:t>
            </a:r>
          </a:p>
          <a:p>
            <a:r>
              <a:t>Standard – $799/mo</a:t>
            </a:r>
          </a:p>
          <a:p>
            <a:r>
              <a:t>Premium – $1299/mo</a:t>
            </a:r>
          </a:p>
          <a:p/>
          <a:p>
            <a:r>
              <a:t>Custom project pricing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Retail-focused data engineering</a:t>
            </a:r>
          </a:p>
          <a:p>
            <a:r>
              <a:t>- Fast delivery</a:t>
            </a:r>
          </a:p>
          <a:p>
            <a:r>
              <a:t>- India-based team for cost efficiency</a:t>
            </a:r>
          </a:p>
          <a:p>
            <a:r>
              <a:t>- AI-ready solutions</a:t>
            </a:r>
          </a:p>
          <a:p>
            <a:r>
              <a:t>- Full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Retail Clients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Clothing stores</a:t>
            </a:r>
          </a:p>
          <a:p>
            <a:r>
              <a:t>- Grocery &amp; mini marts</a:t>
            </a:r>
          </a:p>
          <a:p>
            <a:r>
              <a:t>- Pharmacies</a:t>
            </a:r>
          </a:p>
          <a:p>
            <a:r>
              <a:t>- Electronics stores</a:t>
            </a:r>
          </a:p>
          <a:p>
            <a:r>
              <a:t>- Restaurants &amp; cafes</a:t>
            </a:r>
          </a:p>
          <a:p>
            <a:r>
              <a:t>- Gyms &amp; salons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Email: info@retaildataengineering.com</a:t>
            </a:r>
          </a:p>
          <a:p>
            <a:r>
              <a:t>Phone: +61 XXX XXX XXX</a:t>
            </a:r>
          </a:p>
          <a:p>
            <a:r>
              <a:t>Website: www.retaildataengineering.com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